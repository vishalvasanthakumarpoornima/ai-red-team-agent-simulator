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25b8d124a64df1" /><Relationship Type="http://schemas.openxmlformats.org/officeDocument/2006/relationships/extended-properties" Target="/docProps/app.xml" Id="R4bea8c474e844917" /><Relationship Type="http://schemas.openxmlformats.org/officeDocument/2006/relationships/officeDocument" Target="/ppt/presentation.xml" Id="R329075c694a24e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641c38a0234f44"/>
  </p:sldMasterIdLst>
  <p:notesMasterIdLst>
    <p:notesMasterId xmlns:r="http://schemas.openxmlformats.org/officeDocument/2006/relationships" r:id="R2649564e626e464a"/>
  </p:notesMasterIdLst>
  <p:sldIdLst>
    <p:sldId xmlns:r="http://schemas.openxmlformats.org/officeDocument/2006/relationships" id="256" r:id="Rdae4998617e54525"/>
    <p:sldId xmlns:r="http://schemas.openxmlformats.org/officeDocument/2006/relationships" id="257" r:id="R1c913dfb0f4945df"/>
    <p:sldId xmlns:r="http://schemas.openxmlformats.org/officeDocument/2006/relationships" id="258" r:id="Reefc71a6fb6d4a9d"/>
    <p:sldId xmlns:r="http://schemas.openxmlformats.org/officeDocument/2006/relationships" id="259" r:id="R52869adecbc04372"/>
    <p:sldId xmlns:r="http://schemas.openxmlformats.org/officeDocument/2006/relationships" id="260" r:id="R36727a3def74434e"/>
    <p:sldId xmlns:r="http://schemas.openxmlformats.org/officeDocument/2006/relationships" id="261" r:id="Rdef1677c8fc841c5"/>
    <p:sldId xmlns:r="http://schemas.openxmlformats.org/officeDocument/2006/relationships" id="262" r:id="Re3118bd457ca401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4fa2c02e3543aa" /><Relationship Type="http://schemas.openxmlformats.org/officeDocument/2006/relationships/slideMaster" Target="/ppt/slideMasters/slideMaster1.xml" Id="Raf641c38a0234f44" /><Relationship Type="http://schemas.openxmlformats.org/officeDocument/2006/relationships/notesMaster" Target="/ppt/notesMasters/notesMaster1.xml" Id="R2649564e626e464a" /><Relationship Type="http://schemas.openxmlformats.org/officeDocument/2006/relationships/presProps" Target="/ppt/presProps.xml" Id="R6ed8d204fc804861" /><Relationship Type="http://schemas.openxmlformats.org/officeDocument/2006/relationships/tableStyles" Target="/ppt/tableStyles.xml" Id="R3f733346bce342fd" /><Relationship Type="http://schemas.openxmlformats.org/officeDocument/2006/relationships/slide" Target="/ppt/slides/slide1.xml" Id="Rdae4998617e54525" /><Relationship Type="http://schemas.openxmlformats.org/officeDocument/2006/relationships/slide" Target="/ppt/slides/slide2.xml" Id="R1c913dfb0f4945df" /><Relationship Type="http://schemas.openxmlformats.org/officeDocument/2006/relationships/slide" Target="/ppt/slides/slide3.xml" Id="Reefc71a6fb6d4a9d" /><Relationship Type="http://schemas.openxmlformats.org/officeDocument/2006/relationships/slide" Target="/ppt/slides/slide4.xml" Id="R52869adecbc04372" /><Relationship Type="http://schemas.openxmlformats.org/officeDocument/2006/relationships/slide" Target="/ppt/slides/slide5.xml" Id="R36727a3def74434e" /><Relationship Type="http://schemas.openxmlformats.org/officeDocument/2006/relationships/slide" Target="/ppt/slides/slide6.xml" Id="Rdef1677c8fc841c5" /><Relationship Type="http://schemas.openxmlformats.org/officeDocument/2006/relationships/slide" Target="/ppt/slides/slide7.xml" Id="Re3118bd457ca40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24521888b46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dbad52ac3b4823" /><Relationship Type="http://schemas.openxmlformats.org/officeDocument/2006/relationships/notesMaster" Target="/ppt/notesMasters/notesMaster1.xml" Id="R3236199d88b84e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59bde5bd2f4cea" /><Relationship Type="http://schemas.openxmlformats.org/officeDocument/2006/relationships/notesMaster" Target="/ppt/notesMasters/notesMaster1.xml" Id="Rd4f5eeb35a5c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79eb8d87c54096" /><Relationship Type="http://schemas.openxmlformats.org/officeDocument/2006/relationships/notesMaster" Target="/ppt/notesMasters/notesMaster1.xml" Id="R6e0772f183cf4a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2e345f0aec4ce4" /><Relationship Type="http://schemas.openxmlformats.org/officeDocument/2006/relationships/notesMaster" Target="/ppt/notesMasters/notesMaster1.xml" Id="Rdccf9ee9b4fc42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4b37eb8eb640ee" /><Relationship Type="http://schemas.openxmlformats.org/officeDocument/2006/relationships/notesMaster" Target="/ppt/notesMasters/notesMaster1.xml" Id="Rc493a1d0092443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caa55d0e2041a5" /><Relationship Type="http://schemas.openxmlformats.org/officeDocument/2006/relationships/notesMaster" Target="/ppt/notesMasters/notesMaster1.xml" Id="R5366ca0c753b4f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5603a1864a4014" /><Relationship Type="http://schemas.openxmlformats.org/officeDocument/2006/relationships/notesMaster" Target="/ppt/notesMasters/notesMaster1.xml" Id="R26e1e61c01084c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1920x1080 visual: /Users/vasanth/.codex/.chatgpt-projects/g-p-6a6040fa92b881918a9be8338a905a24/AI_Red_Team_Demo_Kit_Refreshed/visual_assets/01_Intro.png</a:t>
            </a:r>
          </a:p>
          <a:p xmlns:a="http://schemas.openxmlformats.org/drawingml/2006/main">
            <a:r>
              <a:t>- Project content: /Users/vishal/Career/Projects/AI-Red-Team-Agent-Simulator/docs/PROJECT_WALKTHROUGH.md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1920x1080 visual: /Users/vasanth/.codex/.chatgpt-projects/g-p-6a6040fa92b881918a9be8338a905a24/AI_Red_Team_Demo_Kit_Refreshed/visual_assets/02_Assessment_Flow.png</a:t>
            </a:r>
          </a:p>
          <a:p xmlns:a="http://schemas.openxmlformats.org/drawingml/2006/main">
            <a:r>
              <a:t>- Project content: /Users/vishal/Career/Projects/AI-Red-Team-Agent-Simulator/docs/PROJECT_WALKTHROUGH.md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1920x1080 visual: /Users/vasanth/.codex/.chatgpt-projects/g-p-6a6040fa92b881918a9be8338a905a24/AI_Red_Team_Demo_Kit_Refreshed/visual_assets/03_Architecture.png</a:t>
            </a:r>
          </a:p>
          <a:p xmlns:a="http://schemas.openxmlformats.org/drawingml/2006/main">
            <a:r>
              <a:t>- Project content: /Users/vishal/Career/Projects/AI-Red-Team-Agent-Simulator/docs/PROJECT_WALKTHROUGH.md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1920x1080 visual: /Users/vasanth/.codex/.chatgpt-projects/g-p-6a6040fa92b881918a9be8338a905a24/AI_Red_Team_Demo_Kit_Refreshed/visual_assets/04_Safety_Controls.png</a:t>
            </a:r>
          </a:p>
          <a:p xmlns:a="http://schemas.openxmlformats.org/drawingml/2006/main">
            <a:r>
              <a:t>- Project content: /Users/vishal/Career/Projects/AI-Red-Team-Agent-Simulator/docs/PROJECT_WALKTHROUGH.md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1920x1080 visual: /Users/vasanth/.codex/.chatgpt-projects/g-p-6a6040fa92b881918a9be8338a905a24/AI_Red_Team_Demo_Kit_Refreshed/visual_assets/05_Results.png</a:t>
            </a:r>
          </a:p>
          <a:p xmlns:a="http://schemas.openxmlformats.org/drawingml/2006/main">
            <a:r>
              <a:t>- Project content: /Users/vishal/Career/Projects/AI-Red-Team-Agent-Simulator/docs/PROJECT_WALKTHROUGH.md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1920x1080 visual: /Users/vasanth/.codex/.chatgpt-projects/g-p-6a6040fa92b881918a9be8338a905a24/AI_Red_Team_Demo_Kit_Refreshed/visual_assets/06_Future_Work.png</a:t>
            </a:r>
          </a:p>
          <a:p xmlns:a="http://schemas.openxmlformats.org/drawingml/2006/main">
            <a:r>
              <a:t>- Project content: /Users/vishal/Career/Projects/AI-Red-Team-Agent-Simulator/docs/PROJECT_WALKTHROUGH.md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1920x1080 visual: /Users/vasanth/.codex/.chatgpt-projects/g-p-6a6040fa92b881918a9be8338a905a24/AI_Red_Team_Demo_Kit_Refreshed/visual_assets/07_Outro.png</a:t>
            </a:r>
          </a:p>
          <a:p xmlns:a="http://schemas.openxmlformats.org/drawingml/2006/main">
            <a:r>
              <a:t>- Project content: /Users/vishal/Career/Projects/AI-Red-Team-Agent-Simulator/docs/PROJECT_WALKTHROUGH.md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9548b399f45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5b1db89b6f412d" /><Relationship Type="http://schemas.openxmlformats.org/officeDocument/2006/relationships/slideLayout" Target="/ppt/slideLayouts/slideLayout1.xml" Id="R8c4cc4f9d1cf44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4cc4f9d1cf44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2ec7f7d4746f8" /><Relationship Type="http://schemas.openxmlformats.org/officeDocument/2006/relationships/image" Target="/ppt/media/image.png" Id="Rffdcb4a7620c4772" /><Relationship Type="http://schemas.openxmlformats.org/officeDocument/2006/relationships/notesSlide" Target="/ppt/notesSlides/notesSlide1.xml" Id="R1198290561ba4c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76eccf06b4e39" /><Relationship Type="http://schemas.openxmlformats.org/officeDocument/2006/relationships/image" Target="/ppt/media/image2.png" Id="Rd1bedd4ee6c64ac7" /><Relationship Type="http://schemas.openxmlformats.org/officeDocument/2006/relationships/notesSlide" Target="/ppt/notesSlides/notesSlide2.xml" Id="R8e9d1acccc8a45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6ef970e8b47c8" /><Relationship Type="http://schemas.openxmlformats.org/officeDocument/2006/relationships/image" Target="/ppt/media/image3.png" Id="R10cc35caa41e40aa" /><Relationship Type="http://schemas.openxmlformats.org/officeDocument/2006/relationships/notesSlide" Target="/ppt/notesSlides/notesSlide3.xml" Id="R30604973a21d49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2febbf83d4a04" /><Relationship Type="http://schemas.openxmlformats.org/officeDocument/2006/relationships/image" Target="/ppt/media/image4.png" Id="Re48bfcd12a11414b" /><Relationship Type="http://schemas.openxmlformats.org/officeDocument/2006/relationships/notesSlide" Target="/ppt/notesSlides/notesSlide4.xml" Id="R22e1e71d25124e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fbf757b154f08" /><Relationship Type="http://schemas.openxmlformats.org/officeDocument/2006/relationships/image" Target="/ppt/media/image5.png" Id="Re99fa470fa4849ea" /><Relationship Type="http://schemas.openxmlformats.org/officeDocument/2006/relationships/notesSlide" Target="/ppt/notesSlides/notesSlide5.xml" Id="Rc6f1a77b19ad4c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b5a793000415b" /><Relationship Type="http://schemas.openxmlformats.org/officeDocument/2006/relationships/image" Target="/ppt/media/image6.png" Id="R9a6e2eb30b54411e" /><Relationship Type="http://schemas.openxmlformats.org/officeDocument/2006/relationships/notesSlide" Target="/ppt/notesSlides/notesSlide6.xml" Id="R7c2b2068650c41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fa5f7c2114d82" /><Relationship Type="http://schemas.openxmlformats.org/officeDocument/2006/relationships/image" Target="/ppt/media/image7.png" Id="Rccffda7c127a446c" /><Relationship Type="http://schemas.openxmlformats.org/officeDocument/2006/relationships/notesSlide" Target="/ppt/notesSlides/notesSlide7.xml" Id="Rd0751674c51547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cb4a7620c4772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7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edd4ee6c64ac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066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c35caa41e40a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157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bfcd12a11414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843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fa470fa4849e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58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e2eb30b54411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737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fda7c127a446c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372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2026-08-12T23:43:37.6280000Z</dcterms:created>
  <dcterms:modified xsi:type="dcterms:W3CDTF">2026-08-12T23:43:37.6280000Z</dcterms:modified>
</coreProperties>
</file>